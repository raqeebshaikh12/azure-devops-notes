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sldIdLst>
    <p:sldId id="26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74" d="100"/>
          <a:sy n="74" d="100"/>
        </p:scale>
        <p:origin x="950"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i Barbu (AKS)" userId="efc0f240-7c5e-4120-bbb2-1c3bc5d0fcbc" providerId="ADAL" clId="{37055AFE-8DBB-4465-9E0C-749571CB7869}"/>
    <pc:docChg chg="custSel modSld">
      <pc:chgData name="Andrei Barbu (AKS)" userId="efc0f240-7c5e-4120-bbb2-1c3bc5d0fcbc" providerId="ADAL" clId="{37055AFE-8DBB-4465-9E0C-749571CB7869}" dt="2023-02-03T11:54:12.767" v="16"/>
      <pc:docMkLst>
        <pc:docMk/>
      </pc:docMkLst>
      <pc:sldChg chg="addSp delSp modSp mod modAnim">
        <pc:chgData name="Andrei Barbu (AKS)" userId="efc0f240-7c5e-4120-bbb2-1c3bc5d0fcbc" providerId="ADAL" clId="{37055AFE-8DBB-4465-9E0C-749571CB7869}" dt="2023-02-03T11:54:12.767" v="16"/>
        <pc:sldMkLst>
          <pc:docMk/>
          <pc:sldMk cId="3830965646" sldId="262"/>
        </pc:sldMkLst>
      </pc:sldChg>
    </pc:docChg>
  </pc:docChgLst>
  <pc:docChgLst>
    <pc:chgData name="Andrei Barbu" userId="efc0f240-7c5e-4120-bbb2-1c3bc5d0fcbc" providerId="ADAL" clId="{1150DD5E-2C7A-4088-99DE-8DB8AAF46CD0}"/>
    <pc:docChg chg="delSld">
      <pc:chgData name="Andrei Barbu" userId="efc0f240-7c5e-4120-bbb2-1c3bc5d0fcbc" providerId="ADAL" clId="{1150DD5E-2C7A-4088-99DE-8DB8AAF46CD0}" dt="2025-06-02T13:01:07.581" v="6" actId="47"/>
      <pc:docMkLst>
        <pc:docMk/>
      </pc:docMkLst>
      <pc:sldChg chg="del">
        <pc:chgData name="Andrei Barbu" userId="efc0f240-7c5e-4120-bbb2-1c3bc5d0fcbc" providerId="ADAL" clId="{1150DD5E-2C7A-4088-99DE-8DB8AAF46CD0}" dt="2025-06-02T13:01:01.123" v="0" actId="47"/>
        <pc:sldMkLst>
          <pc:docMk/>
          <pc:sldMk cId="2589087757" sldId="261"/>
        </pc:sldMkLst>
      </pc:sldChg>
      <pc:sldChg chg="del">
        <pc:chgData name="Andrei Barbu" userId="efc0f240-7c5e-4120-bbb2-1c3bc5d0fcbc" providerId="ADAL" clId="{1150DD5E-2C7A-4088-99DE-8DB8AAF46CD0}" dt="2025-06-02T13:01:02.755" v="1" actId="47"/>
        <pc:sldMkLst>
          <pc:docMk/>
          <pc:sldMk cId="131674545" sldId="263"/>
        </pc:sldMkLst>
      </pc:sldChg>
      <pc:sldChg chg="del">
        <pc:chgData name="Andrei Barbu" userId="efc0f240-7c5e-4120-bbb2-1c3bc5d0fcbc" providerId="ADAL" clId="{1150DD5E-2C7A-4088-99DE-8DB8AAF46CD0}" dt="2025-06-02T13:01:03.510" v="2" actId="47"/>
        <pc:sldMkLst>
          <pc:docMk/>
          <pc:sldMk cId="3799592206" sldId="264"/>
        </pc:sldMkLst>
      </pc:sldChg>
      <pc:sldChg chg="del">
        <pc:chgData name="Andrei Barbu" userId="efc0f240-7c5e-4120-bbb2-1c3bc5d0fcbc" providerId="ADAL" clId="{1150DD5E-2C7A-4088-99DE-8DB8AAF46CD0}" dt="2025-06-02T13:01:04.279" v="3" actId="47"/>
        <pc:sldMkLst>
          <pc:docMk/>
          <pc:sldMk cId="2345292192" sldId="265"/>
        </pc:sldMkLst>
      </pc:sldChg>
      <pc:sldChg chg="del">
        <pc:chgData name="Andrei Barbu" userId="efc0f240-7c5e-4120-bbb2-1c3bc5d0fcbc" providerId="ADAL" clId="{1150DD5E-2C7A-4088-99DE-8DB8AAF46CD0}" dt="2025-06-02T13:01:05.283" v="4" actId="47"/>
        <pc:sldMkLst>
          <pc:docMk/>
          <pc:sldMk cId="1167483729" sldId="266"/>
        </pc:sldMkLst>
      </pc:sldChg>
      <pc:sldChg chg="del">
        <pc:chgData name="Andrei Barbu" userId="efc0f240-7c5e-4120-bbb2-1c3bc5d0fcbc" providerId="ADAL" clId="{1150DD5E-2C7A-4088-99DE-8DB8AAF46CD0}" dt="2025-06-02T13:01:06.792" v="5" actId="47"/>
        <pc:sldMkLst>
          <pc:docMk/>
          <pc:sldMk cId="98198552" sldId="267"/>
        </pc:sldMkLst>
      </pc:sldChg>
      <pc:sldChg chg="del">
        <pc:chgData name="Andrei Barbu" userId="efc0f240-7c5e-4120-bbb2-1c3bc5d0fcbc" providerId="ADAL" clId="{1150DD5E-2C7A-4088-99DE-8DB8AAF46CD0}" dt="2025-06-02T13:01:07.581" v="6" actId="47"/>
        <pc:sldMkLst>
          <pc:docMk/>
          <pc:sldMk cId="951975405" sldId="268"/>
        </pc:sldMkLst>
      </pc:sldChg>
    </pc:docChg>
  </pc:docChgLst>
  <pc:docChgLst>
    <pc:chgData name="Andrei Barbu (AKS)" userId="efc0f240-7c5e-4120-bbb2-1c3bc5d0fcbc" providerId="ADAL" clId="{D7033247-79BD-4C61-9D0B-7C26A031C5F3}"/>
    <pc:docChg chg="undo custSel addSld delSld modSld">
      <pc:chgData name="Andrei Barbu (AKS)" userId="efc0f240-7c5e-4120-bbb2-1c3bc5d0fcbc" providerId="ADAL" clId="{D7033247-79BD-4C61-9D0B-7C26A031C5F3}" dt="2023-02-16T18:30:59.690" v="8171" actId="5793"/>
      <pc:docMkLst>
        <pc:docMk/>
      </pc:docMkLst>
      <pc:sldChg chg="addSp delSp modSp mod delAnim modAnim">
        <pc:chgData name="Andrei Barbu (AKS)" userId="efc0f240-7c5e-4120-bbb2-1c3bc5d0fcbc" providerId="ADAL" clId="{D7033247-79BD-4C61-9D0B-7C26A031C5F3}" dt="2023-02-16T17:15:42.681" v="7965" actId="20577"/>
        <pc:sldMkLst>
          <pc:docMk/>
          <pc:sldMk cId="2589087757" sldId="261"/>
        </pc:sldMkLst>
      </pc:sldChg>
      <pc:sldChg chg="del">
        <pc:chgData name="Andrei Barbu (AKS)" userId="efc0f240-7c5e-4120-bbb2-1c3bc5d0fcbc" providerId="ADAL" clId="{D7033247-79BD-4C61-9D0B-7C26A031C5F3}" dt="2023-02-05T15:22:41.496" v="7" actId="47"/>
        <pc:sldMkLst>
          <pc:docMk/>
          <pc:sldMk cId="2435578572" sldId="262"/>
        </pc:sldMkLst>
      </pc:sldChg>
      <pc:sldChg chg="addSp delSp modSp add mod delAnim modAnim">
        <pc:chgData name="Andrei Barbu (AKS)" userId="efc0f240-7c5e-4120-bbb2-1c3bc5d0fcbc" providerId="ADAL" clId="{D7033247-79BD-4C61-9D0B-7C26A031C5F3}" dt="2023-02-16T18:01:57.474" v="8167"/>
        <pc:sldMkLst>
          <pc:docMk/>
          <pc:sldMk cId="2889402077" sldId="262"/>
        </pc:sldMkLst>
      </pc:sldChg>
      <pc:sldChg chg="addSp delSp modSp add mod modAnim">
        <pc:chgData name="Andrei Barbu (AKS)" userId="efc0f240-7c5e-4120-bbb2-1c3bc5d0fcbc" providerId="ADAL" clId="{D7033247-79BD-4C61-9D0B-7C26A031C5F3}" dt="2023-02-16T17:42:41.608" v="8152" actId="1076"/>
        <pc:sldMkLst>
          <pc:docMk/>
          <pc:sldMk cId="131674545" sldId="263"/>
        </pc:sldMkLst>
      </pc:sldChg>
      <pc:sldChg chg="del">
        <pc:chgData name="Andrei Barbu (AKS)" userId="efc0f240-7c5e-4120-bbb2-1c3bc5d0fcbc" providerId="ADAL" clId="{D7033247-79BD-4C61-9D0B-7C26A031C5F3}" dt="2023-02-05T15:22:40.738" v="6" actId="47"/>
        <pc:sldMkLst>
          <pc:docMk/>
          <pc:sldMk cId="4249209621" sldId="263"/>
        </pc:sldMkLst>
      </pc:sldChg>
      <pc:sldChg chg="del">
        <pc:chgData name="Andrei Barbu (AKS)" userId="efc0f240-7c5e-4120-bbb2-1c3bc5d0fcbc" providerId="ADAL" clId="{D7033247-79BD-4C61-9D0B-7C26A031C5F3}" dt="2023-02-05T15:22:39.985" v="5" actId="47"/>
        <pc:sldMkLst>
          <pc:docMk/>
          <pc:sldMk cId="918917793" sldId="264"/>
        </pc:sldMkLst>
      </pc:sldChg>
      <pc:sldChg chg="addSp delSp modSp add mod delAnim modAnim">
        <pc:chgData name="Andrei Barbu (AKS)" userId="efc0f240-7c5e-4120-bbb2-1c3bc5d0fcbc" providerId="ADAL" clId="{D7033247-79BD-4C61-9D0B-7C26A031C5F3}" dt="2023-02-16T18:26:05.710" v="8168"/>
        <pc:sldMkLst>
          <pc:docMk/>
          <pc:sldMk cId="3799592206" sldId="264"/>
        </pc:sldMkLst>
      </pc:sldChg>
      <pc:sldChg chg="addSp delSp modSp add mod delAnim modAnim">
        <pc:chgData name="Andrei Barbu (AKS)" userId="efc0f240-7c5e-4120-bbb2-1c3bc5d0fcbc" providerId="ADAL" clId="{D7033247-79BD-4C61-9D0B-7C26A031C5F3}" dt="2023-02-16T18:30:59.690" v="8171" actId="5793"/>
        <pc:sldMkLst>
          <pc:docMk/>
          <pc:sldMk cId="2345292192" sldId="265"/>
        </pc:sldMkLst>
      </pc:sldChg>
      <pc:sldChg chg="del">
        <pc:chgData name="Andrei Barbu (AKS)" userId="efc0f240-7c5e-4120-bbb2-1c3bc5d0fcbc" providerId="ADAL" clId="{D7033247-79BD-4C61-9D0B-7C26A031C5F3}" dt="2023-02-05T15:22:38.962" v="4" actId="47"/>
        <pc:sldMkLst>
          <pc:docMk/>
          <pc:sldMk cId="3960122182" sldId="265"/>
        </pc:sldMkLst>
      </pc:sldChg>
      <pc:sldChg chg="addSp delSp modSp add mod modAnim">
        <pc:chgData name="Andrei Barbu (AKS)" userId="efc0f240-7c5e-4120-bbb2-1c3bc5d0fcbc" providerId="ADAL" clId="{D7033247-79BD-4C61-9D0B-7C26A031C5F3}" dt="2023-02-16T17:34:49.471" v="8069" actId="20577"/>
        <pc:sldMkLst>
          <pc:docMk/>
          <pc:sldMk cId="1167483729" sldId="266"/>
        </pc:sldMkLst>
      </pc:sldChg>
      <pc:sldChg chg="del">
        <pc:chgData name="Andrei Barbu (AKS)" userId="efc0f240-7c5e-4120-bbb2-1c3bc5d0fcbc" providerId="ADAL" clId="{D7033247-79BD-4C61-9D0B-7C26A031C5F3}" dt="2023-02-05T15:22:37.858" v="3" actId="47"/>
        <pc:sldMkLst>
          <pc:docMk/>
          <pc:sldMk cId="2884495875" sldId="266"/>
        </pc:sldMkLst>
      </pc:sldChg>
      <pc:sldChg chg="addSp delSp modSp add mod delAnim modAnim">
        <pc:chgData name="Andrei Barbu (AKS)" userId="efc0f240-7c5e-4120-bbb2-1c3bc5d0fcbc" providerId="ADAL" clId="{D7033247-79BD-4C61-9D0B-7C26A031C5F3}" dt="2023-02-06T19:20:23.109" v="6880" actId="122"/>
        <pc:sldMkLst>
          <pc:docMk/>
          <pc:sldMk cId="98198552" sldId="267"/>
        </pc:sldMkLst>
      </pc:sldChg>
      <pc:sldChg chg="del">
        <pc:chgData name="Andrei Barbu (AKS)" userId="efc0f240-7c5e-4120-bbb2-1c3bc5d0fcbc" providerId="ADAL" clId="{D7033247-79BD-4C61-9D0B-7C26A031C5F3}" dt="2023-02-05T15:22:36.550" v="2" actId="47"/>
        <pc:sldMkLst>
          <pc:docMk/>
          <pc:sldMk cId="3895548034" sldId="267"/>
        </pc:sldMkLst>
      </pc:sldChg>
      <pc:sldChg chg="addSp delSp modSp add mod modAnim">
        <pc:chgData name="Andrei Barbu (AKS)" userId="efc0f240-7c5e-4120-bbb2-1c3bc5d0fcbc" providerId="ADAL" clId="{D7033247-79BD-4C61-9D0B-7C26A031C5F3}" dt="2023-02-16T17:39:22.189" v="8094" actId="20577"/>
        <pc:sldMkLst>
          <pc:docMk/>
          <pc:sldMk cId="951975405" sldId="268"/>
        </pc:sldMkLst>
      </pc:sldChg>
      <pc:sldChg chg="del">
        <pc:chgData name="Andrei Barbu (AKS)" userId="efc0f240-7c5e-4120-bbb2-1c3bc5d0fcbc" providerId="ADAL" clId="{D7033247-79BD-4C61-9D0B-7C26A031C5F3}" dt="2023-02-05T15:22:33.884" v="1" actId="47"/>
        <pc:sldMkLst>
          <pc:docMk/>
          <pc:sldMk cId="1067038691" sldId="268"/>
        </pc:sldMkLst>
      </pc:sldChg>
      <pc:sldChg chg="del">
        <pc:chgData name="Andrei Barbu (AKS)" userId="efc0f240-7c5e-4120-bbb2-1c3bc5d0fcbc" providerId="ADAL" clId="{D7033247-79BD-4C61-9D0B-7C26A031C5F3}" dt="2023-02-05T15:22:32.582" v="0" actId="47"/>
        <pc:sldMkLst>
          <pc:docMk/>
          <pc:sldMk cId="1374177406" sldId="269"/>
        </pc:sldMkLst>
      </pc:sldChg>
    </pc:docChg>
  </pc:docChgLst>
  <pc:docChgLst>
    <pc:chgData name="Andrei Barbu (AKS)" userId="efc0f240-7c5e-4120-bbb2-1c3bc5d0fcbc" providerId="ADAL" clId="{41235B15-3C31-42A9-87E6-A817242CE5AC}"/>
    <pc:docChg chg="undo custSel addSld delSld modSld">
      <pc:chgData name="Andrei Barbu (AKS)" userId="efc0f240-7c5e-4120-bbb2-1c3bc5d0fcbc" providerId="ADAL" clId="{41235B15-3C31-42A9-87E6-A817242CE5AC}" dt="2023-02-05T15:07:25.399" v="5328"/>
      <pc:docMkLst>
        <pc:docMk/>
      </pc:docMkLst>
      <pc:sldChg chg="addSp delSp modSp mod delAnim modAnim">
        <pc:chgData name="Andrei Barbu (AKS)" userId="efc0f240-7c5e-4120-bbb2-1c3bc5d0fcbc" providerId="ADAL" clId="{41235B15-3C31-42A9-87E6-A817242CE5AC}" dt="2023-02-05T14:54:01.485" v="5285"/>
        <pc:sldMkLst>
          <pc:docMk/>
          <pc:sldMk cId="2589087757" sldId="261"/>
        </pc:sldMkLst>
      </pc:sldChg>
      <pc:sldChg chg="addSp delSp modSp add mod modAnim">
        <pc:chgData name="Andrei Barbu (AKS)" userId="efc0f240-7c5e-4120-bbb2-1c3bc5d0fcbc" providerId="ADAL" clId="{41235B15-3C31-42A9-87E6-A817242CE5AC}" dt="2023-02-05T14:55:23.595" v="5293"/>
        <pc:sldMkLst>
          <pc:docMk/>
          <pc:sldMk cId="2435578572" sldId="262"/>
        </pc:sldMkLst>
      </pc:sldChg>
      <pc:sldChg chg="del">
        <pc:chgData name="Andrei Barbu (AKS)" userId="efc0f240-7c5e-4120-bbb2-1c3bc5d0fcbc" providerId="ADAL" clId="{41235B15-3C31-42A9-87E6-A817242CE5AC}" dt="2023-02-03T19:03:05.627" v="49" actId="47"/>
        <pc:sldMkLst>
          <pc:docMk/>
          <pc:sldMk cId="3830965646" sldId="262"/>
        </pc:sldMkLst>
      </pc:sldChg>
      <pc:sldChg chg="del">
        <pc:chgData name="Andrei Barbu (AKS)" userId="efc0f240-7c5e-4120-bbb2-1c3bc5d0fcbc" providerId="ADAL" clId="{41235B15-3C31-42A9-87E6-A817242CE5AC}" dt="2023-02-03T19:03:07.191" v="50" actId="47"/>
        <pc:sldMkLst>
          <pc:docMk/>
          <pc:sldMk cId="1877684833" sldId="263"/>
        </pc:sldMkLst>
      </pc:sldChg>
      <pc:sldChg chg="addSp delSp modSp add mod modAnim">
        <pc:chgData name="Andrei Barbu (AKS)" userId="efc0f240-7c5e-4120-bbb2-1c3bc5d0fcbc" providerId="ADAL" clId="{41235B15-3C31-42A9-87E6-A817242CE5AC}" dt="2023-02-05T14:56:07.498" v="5299"/>
        <pc:sldMkLst>
          <pc:docMk/>
          <pc:sldMk cId="4249209621" sldId="263"/>
        </pc:sldMkLst>
      </pc:sldChg>
      <pc:sldChg chg="addSp delSp modSp add mod modAnim">
        <pc:chgData name="Andrei Barbu (AKS)" userId="efc0f240-7c5e-4120-bbb2-1c3bc5d0fcbc" providerId="ADAL" clId="{41235B15-3C31-42A9-87E6-A817242CE5AC}" dt="2023-02-05T15:06:01.585" v="5326"/>
        <pc:sldMkLst>
          <pc:docMk/>
          <pc:sldMk cId="918917793" sldId="264"/>
        </pc:sldMkLst>
      </pc:sldChg>
      <pc:sldChg chg="new del">
        <pc:chgData name="Andrei Barbu (AKS)" userId="efc0f240-7c5e-4120-bbb2-1c3bc5d0fcbc" providerId="ADAL" clId="{41235B15-3C31-42A9-87E6-A817242CE5AC}" dt="2023-02-04T12:53:46.257" v="1992" actId="47"/>
        <pc:sldMkLst>
          <pc:docMk/>
          <pc:sldMk cId="3064610255" sldId="265"/>
        </pc:sldMkLst>
      </pc:sldChg>
      <pc:sldChg chg="addSp delSp modSp add mod modAnim">
        <pc:chgData name="Andrei Barbu (AKS)" userId="efc0f240-7c5e-4120-bbb2-1c3bc5d0fcbc" providerId="ADAL" clId="{41235B15-3C31-42A9-87E6-A817242CE5AC}" dt="2023-02-05T15:00:26.026" v="5310"/>
        <pc:sldMkLst>
          <pc:docMk/>
          <pc:sldMk cId="3960122182" sldId="265"/>
        </pc:sldMkLst>
      </pc:sldChg>
      <pc:sldChg chg="addSp delSp modSp add mod modAnim">
        <pc:chgData name="Andrei Barbu (AKS)" userId="efc0f240-7c5e-4120-bbb2-1c3bc5d0fcbc" providerId="ADAL" clId="{41235B15-3C31-42A9-87E6-A817242CE5AC}" dt="2023-02-05T15:01:08.509" v="5316"/>
        <pc:sldMkLst>
          <pc:docMk/>
          <pc:sldMk cId="2884495875" sldId="266"/>
        </pc:sldMkLst>
      </pc:sldChg>
      <pc:sldChg chg="addSp delSp modSp add mod modAnim">
        <pc:chgData name="Andrei Barbu (AKS)" userId="efc0f240-7c5e-4120-bbb2-1c3bc5d0fcbc" providerId="ADAL" clId="{41235B15-3C31-42A9-87E6-A817242CE5AC}" dt="2023-02-05T15:04:00.553" v="5321"/>
        <pc:sldMkLst>
          <pc:docMk/>
          <pc:sldMk cId="3895548034" sldId="267"/>
        </pc:sldMkLst>
      </pc:sldChg>
      <pc:sldChg chg="addSp delSp modSp add mod modAnim">
        <pc:chgData name="Andrei Barbu (AKS)" userId="efc0f240-7c5e-4120-bbb2-1c3bc5d0fcbc" providerId="ADAL" clId="{41235B15-3C31-42A9-87E6-A817242CE5AC}" dt="2023-02-05T15:04:26.900" v="5324"/>
        <pc:sldMkLst>
          <pc:docMk/>
          <pc:sldMk cId="1067038691" sldId="268"/>
        </pc:sldMkLst>
      </pc:sldChg>
      <pc:sldChg chg="addSp delSp modSp add mod modAnim">
        <pc:chgData name="Andrei Barbu (AKS)" userId="efc0f240-7c5e-4120-bbb2-1c3bc5d0fcbc" providerId="ADAL" clId="{41235B15-3C31-42A9-87E6-A817242CE5AC}" dt="2023-02-05T15:07:25.399" v="5328"/>
        <pc:sldMkLst>
          <pc:docMk/>
          <pc:sldMk cId="1374177406"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40013" y="484479"/>
            <a:ext cx="6911974" cy="2954655"/>
          </a:xfrm>
        </p:spPr>
        <p:txBody>
          <a:bodyPr anchor="b">
            <a:normAutofit/>
          </a:bodyPr>
          <a:lstStyle>
            <a:lvl1pPr algn="ctr">
              <a:defRPr sz="5600" cap="all" spc="-100" baseline="0"/>
            </a:lvl1pPr>
          </a:lstStyle>
          <a:p>
            <a:r>
              <a:rPr lang="en-US"/>
              <a:t>Click to edit Master title style</a:t>
            </a:r>
            <a:endParaRPr lang="en-US" dirty="0"/>
          </a:p>
        </p:txBody>
      </p:sp>
      <p:sp>
        <p:nvSpPr>
          <p:cNvPr id="3" name="Subtitle 2"/>
          <p:cNvSpPr>
            <a:spLocks noGrp="1"/>
          </p:cNvSpPr>
          <p:nvPr>
            <p:ph type="subTitle" idx="1"/>
          </p:nvPr>
        </p:nvSpPr>
        <p:spPr>
          <a:xfrm>
            <a:off x="2640013" y="3799133"/>
            <a:ext cx="6911974" cy="1969841"/>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2395C5C9-164C-46B3-A87E-7660D39D3106}" type="datetime2">
              <a:rPr lang="en-US" smtClean="0"/>
              <a:t>Monday, June 2, 2025</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230847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20000" y="2541600"/>
            <a:ext cx="10728325" cy="322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4DDCFF8A-AAF8-4A12-8A91-9CA0EAF6CBB9}" type="datetime2">
              <a:rPr lang="en-US" smtClean="0"/>
              <a:t>Monday, June 2, 2025</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77450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6" cy="2879724"/>
          </a:xfrm>
        </p:spPr>
        <p:txBody>
          <a:bodyPr anchor="b">
            <a:normAutofit/>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719910" y="3858924"/>
            <a:ext cx="10728326" cy="1919076"/>
          </a:xfrm>
        </p:spPr>
        <p:txBody>
          <a:bodyPr>
            <a:normAutofit/>
          </a:bodyPr>
          <a:lstStyle>
            <a:lvl1pPr marL="0" indent="0">
              <a:buNone/>
              <a:defRPr sz="2800">
                <a:solidFill>
                  <a:schemeClr val="tx1">
                    <a:tint val="75000"/>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ABCC25C3-021A-4B0B-8F70-0C181FE1CF45}" type="datetime2">
              <a:rPr lang="en-US" smtClean="0"/>
              <a:t>Monday, June 2,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37609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200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8400" y="2541600"/>
            <a:ext cx="5003801" cy="3234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0C23D88D-8CEC-4ED9-A53B-5596187D9A16}" type="datetime2">
              <a:rPr lang="en-US" smtClean="0"/>
              <a:t>Monday, June 2,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284304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5" cy="673005"/>
          </a:xfrm>
        </p:spPr>
        <p:txBody>
          <a:bodyPr>
            <a:normAutofit/>
          </a:bodyPr>
          <a:lstStyle/>
          <a:p>
            <a:r>
              <a:rPr lang="en-US"/>
              <a:t>Click to edit Master title style</a:t>
            </a:r>
            <a:endParaRPr lang="en-US" dirty="0"/>
          </a:p>
        </p:txBody>
      </p:sp>
      <p:sp>
        <p:nvSpPr>
          <p:cNvPr id="3" name="Text Placeholder 2"/>
          <p:cNvSpPr>
            <a:spLocks noGrp="1"/>
          </p:cNvSpPr>
          <p:nvPr>
            <p:ph type="body" idx="1"/>
          </p:nvPr>
        </p:nvSpPr>
        <p:spPr>
          <a:xfrm>
            <a:off x="720000" y="1840698"/>
            <a:ext cx="5015638" cy="565796"/>
          </a:xfrm>
        </p:spPr>
        <p:txBody>
          <a:bodyPr wrap="square"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20000" y="2541600"/>
            <a:ext cx="5003801"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400" y="1840698"/>
            <a:ext cx="5015638" cy="565796"/>
          </a:xfrm>
        </p:spPr>
        <p:txBody>
          <a:bodyPr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4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31837" y="6138000"/>
            <a:ext cx="3095626" cy="720000"/>
          </a:xfrm>
          <a:prstGeom prst="rect">
            <a:avLst/>
          </a:prstGeom>
        </p:spPr>
        <p:txBody>
          <a:bodyPr/>
          <a:lstStyle/>
          <a:p>
            <a:fld id="{D2CCD382-DFDA-4722-A27A-59C21AD112F2}" type="datetime2">
              <a:rPr lang="en-US" smtClean="0"/>
              <a:t>Monday, June 2, 2025</a:t>
            </a:fld>
            <a:endParaRPr lang="en-US"/>
          </a:p>
        </p:txBody>
      </p:sp>
      <p:sp>
        <p:nvSpPr>
          <p:cNvPr id="8" name="Footer Placeholder 7"/>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9" name="Slide Number Placeholder 8"/>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3979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31837" y="6138000"/>
            <a:ext cx="3095626" cy="720000"/>
          </a:xfrm>
          <a:prstGeom prst="rect">
            <a:avLst/>
          </a:prstGeom>
        </p:spPr>
        <p:txBody>
          <a:bodyPr/>
          <a:lstStyle/>
          <a:p>
            <a:fld id="{22F2A30D-1C09-413F-AAB1-38F366000715}" type="datetime2">
              <a:rPr lang="en-US" smtClean="0"/>
              <a:t>Monday, June 2, 2025</a:t>
            </a:fld>
            <a:endParaRPr lang="en-US"/>
          </a:p>
        </p:txBody>
      </p:sp>
      <p:sp>
        <p:nvSpPr>
          <p:cNvPr id="4" name="Footer Placeholder 3"/>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5" name="Slide Number Placeholder 4"/>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229736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1837" y="6138000"/>
            <a:ext cx="3095626" cy="720000"/>
          </a:xfrm>
          <a:prstGeom prst="rect">
            <a:avLst/>
          </a:prstGeom>
        </p:spPr>
        <p:txBody>
          <a:bodyPr/>
          <a:lstStyle/>
          <a:p>
            <a:fld id="{6DB82B9C-D65E-4F64-95C3-B10F3B00F0D9}" type="datetime2">
              <a:rPr lang="en-US" smtClean="0"/>
              <a:t>Monday, June 2, 2025</a:t>
            </a:fld>
            <a:endParaRPr lang="en-US"/>
          </a:p>
        </p:txBody>
      </p:sp>
      <p:sp>
        <p:nvSpPr>
          <p:cNvPr id="3" name="Footer Placeholder 2"/>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4" name="Slide Number Placeholder 3"/>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366879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107463" cy="1477328"/>
          </a:xfrm>
        </p:spPr>
        <p:txBody>
          <a:bodyPr anchor="t" anchorCtr="0">
            <a:normAutofit/>
          </a:bodyPr>
          <a:lstStyle>
            <a:lvl1pPr>
              <a:lnSpc>
                <a:spcPct val="100000"/>
              </a:lnSpc>
              <a:defRPr sz="2800"/>
            </a:lvl1pPr>
          </a:lstStyle>
          <a:p>
            <a:r>
              <a:rPr lang="en-US"/>
              <a:t>Click to edit Master title style</a:t>
            </a:r>
            <a:endParaRPr lang="en-US" dirty="0"/>
          </a:p>
        </p:txBody>
      </p:sp>
      <p:sp>
        <p:nvSpPr>
          <p:cNvPr id="3" name="Content Placeholder 2"/>
          <p:cNvSpPr>
            <a:spLocks noGrp="1"/>
          </p:cNvSpPr>
          <p:nvPr>
            <p:ph idx="1"/>
          </p:nvPr>
        </p:nvSpPr>
        <p:spPr>
          <a:xfrm>
            <a:off x="4548188" y="584662"/>
            <a:ext cx="6911974" cy="5184313"/>
          </a:xfrm>
        </p:spPr>
        <p:txBody>
          <a:bodyPr/>
          <a:lstStyle>
            <a:lvl1pPr marL="0" indent="0">
              <a:lnSpc>
                <a:spcPct val="100000"/>
              </a:lnSpc>
              <a:buNone/>
              <a:defRPr sz="4800"/>
            </a:lvl1pPr>
            <a:lvl2pPr marL="914400" indent="-457200">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0000" y="2541600"/>
            <a:ext cx="3107463" cy="32318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B7F5FDCC-6AAC-4A08-B9E0-3793AB5E64C3}" type="datetime2">
              <a:rPr lang="en-US" smtClean="0"/>
              <a:t>Monday, June 2,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666076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095626" cy="1476000"/>
          </a:xfrm>
        </p:spPr>
        <p:txBody>
          <a:bodyPr anchor="t" anchorCtr="0">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8188" y="728664"/>
            <a:ext cx="6923812" cy="504031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0000" y="2541600"/>
            <a:ext cx="3095625" cy="3232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349FE94D-439C-40F1-900E-BC07940E3988}" type="datetime2">
              <a:rPr lang="en-US" smtClean="0"/>
              <a:t>Monday, June 2,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442664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20000" y="2636838"/>
            <a:ext cx="10728325" cy="3132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5B75179A-1E2B-41AB-B400-4F1B4022FAEE}" type="datetime2">
              <a:rPr lang="en-US" smtClean="0"/>
              <a:t>Monday, June 2,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162609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40486" y="720000"/>
            <a:ext cx="1477328" cy="5048975"/>
          </a:xfrm>
        </p:spPr>
        <p:txBody>
          <a:bodyPr vert="eaVert">
            <a:normAutofit/>
          </a:bodyPr>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31838" y="720000"/>
            <a:ext cx="8929614" cy="5048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05681D0F-6595-4F14-8EF3-954CD87C797B}" type="datetime2">
              <a:rPr lang="en-US" smtClean="0"/>
              <a:t>Monday, June 2,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66405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Lst>
          </p:cNvPr>
          <p:cNvSpPr/>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20000" y="619200"/>
            <a:ext cx="10728322" cy="1477328"/>
          </a:xfrm>
          <a:prstGeom prst="rect">
            <a:avLst/>
          </a:prstGeom>
        </p:spPr>
        <p:txBody>
          <a:bodyPr vert="horz" wrap="square" lIns="0" tIns="0" rIns="0" bIns="0" rtlCol="0" anchor="t" anchorCtr="0">
            <a:normAutofit/>
          </a:bodyPr>
          <a:lstStyle/>
          <a:p>
            <a:endParaRPr lang="en-US" dirty="0"/>
          </a:p>
        </p:txBody>
      </p:sp>
      <p:sp>
        <p:nvSpPr>
          <p:cNvPr id="3" name="Text Placeholder 2"/>
          <p:cNvSpPr>
            <a:spLocks noGrp="1"/>
          </p:cNvSpPr>
          <p:nvPr>
            <p:ph type="body" idx="1"/>
          </p:nvPr>
        </p:nvSpPr>
        <p:spPr>
          <a:xfrm>
            <a:off x="720000" y="2541600"/>
            <a:ext cx="10728325" cy="32273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1837" y="6138000"/>
            <a:ext cx="3095626" cy="720000"/>
          </a:xfrm>
          <a:prstGeom prst="rect">
            <a:avLst/>
          </a:prstGeom>
        </p:spPr>
        <p:txBody>
          <a:bodyPr vert="horz" lIns="0" tIns="180000" rIns="0" bIns="180000" rtlCol="0" anchor="ctr"/>
          <a:lstStyle>
            <a:lvl1pPr algn="l">
              <a:lnSpc>
                <a:spcPct val="120000"/>
              </a:lnSpc>
              <a:defRPr sz="1200" spc="20" baseline="0">
                <a:solidFill>
                  <a:schemeClr val="tx1"/>
                </a:solidFill>
                <a:latin typeface="+mn-lt"/>
              </a:defRPr>
            </a:lvl1pPr>
          </a:lstStyle>
          <a:p>
            <a:fld id="{8DEA2CF1-0EB2-4673-802D-3371233E4A77}" type="datetime2">
              <a:rPr lang="en-US" smtClean="0"/>
              <a:t>Monday, June 2, 2025</a:t>
            </a:fld>
            <a:endParaRPr lang="en-US" dirty="0"/>
          </a:p>
        </p:txBody>
      </p:sp>
      <p:sp>
        <p:nvSpPr>
          <p:cNvPr id="5" name="Footer Placeholder 4"/>
          <p:cNvSpPr>
            <a:spLocks noGrp="1"/>
          </p:cNvSpPr>
          <p:nvPr>
            <p:ph type="ftr" sz="quarter" idx="3"/>
          </p:nvPr>
        </p:nvSpPr>
        <p:spPr>
          <a:xfrm>
            <a:off x="4548188" y="6138000"/>
            <a:ext cx="5003800" cy="720000"/>
          </a:xfrm>
          <a:prstGeom prst="rect">
            <a:avLst/>
          </a:prstGeom>
        </p:spPr>
        <p:txBody>
          <a:bodyPr vert="horz" lIns="0" tIns="180000" rIns="0" bIns="180000" rtlCol="0" anchor="ctr"/>
          <a:lstStyle>
            <a:lvl1pPr algn="ctr">
              <a:lnSpc>
                <a:spcPct val="120000"/>
              </a:lnSpc>
              <a:defRPr sz="1200" spc="20" baseline="0">
                <a:solidFill>
                  <a:schemeClr val="tx1"/>
                </a:solidFill>
                <a:latin typeface="+mn-lt"/>
              </a:defRPr>
            </a:lvl1pPr>
          </a:lstStyle>
          <a:p>
            <a:pPr algn="l"/>
            <a:r>
              <a:rPr lang="en-US"/>
              <a:t>Sample Footer Text</a:t>
            </a:r>
            <a:endParaRPr lang="en-US" dirty="0"/>
          </a:p>
        </p:txBody>
      </p:sp>
      <p:sp>
        <p:nvSpPr>
          <p:cNvPr id="6" name="Slide Number Placeholder 5"/>
          <p:cNvSpPr>
            <a:spLocks noGrp="1"/>
          </p:cNvSpPr>
          <p:nvPr>
            <p:ph type="sldNum" sz="quarter" idx="4"/>
          </p:nvPr>
        </p:nvSpPr>
        <p:spPr>
          <a:xfrm>
            <a:off x="10272713" y="6138000"/>
            <a:ext cx="1187449" cy="720000"/>
          </a:xfrm>
          <a:prstGeom prst="rect">
            <a:avLst/>
          </a:prstGeom>
        </p:spPr>
        <p:txBody>
          <a:bodyPr vert="horz" lIns="0" tIns="180000" rIns="0" bIns="180000" rtlCol="0" anchor="ctr"/>
          <a:lstStyle>
            <a:lvl1pPr algn="r">
              <a:lnSpc>
                <a:spcPct val="120000"/>
              </a:lnSpc>
              <a:defRPr sz="1200" spc="20" baseline="0">
                <a:solidFill>
                  <a:schemeClr val="tx1"/>
                </a:solidFill>
                <a:latin typeface="+mn-lt"/>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667214397"/>
      </p:ext>
    </p:extLst>
  </p:cSld>
  <p:clrMap bg1="dk1" tx1="lt1" bg2="dk2" tx2="lt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796" r:id="rId6"/>
    <p:sldLayoutId id="2147483792" r:id="rId7"/>
    <p:sldLayoutId id="2147483793" r:id="rId8"/>
    <p:sldLayoutId id="2147483794" r:id="rId9"/>
    <p:sldLayoutId id="2147483795" r:id="rId10"/>
    <p:sldLayoutId id="2147483797" r:id="rId11"/>
  </p:sldLayoutIdLst>
  <p:hf sldNum="0" hdr="0" ftr="0" dt="0"/>
  <p:txStyles>
    <p:titleStyle>
      <a:lvl1pPr algn="l" defTabSz="914400" rtl="0" eaLnBrk="1" latinLnBrk="0" hangingPunct="1">
        <a:lnSpc>
          <a:spcPct val="88000"/>
        </a:lnSpc>
        <a:spcBef>
          <a:spcPct val="0"/>
        </a:spcBef>
        <a:buNone/>
        <a:defRPr sz="4400" kern="1200" cap="none" spc="4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1pPr>
      <a:lvl2pPr marL="6858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2pPr>
      <a:lvl3pPr marL="11430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3pPr>
      <a:lvl4pPr marL="16002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4pPr>
      <a:lvl5pPr marL="20574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346C807-3F94-5DDF-FCA9-E85C8A906425}"/>
              </a:ext>
            </a:extLst>
          </p:cNvPr>
          <p:cNvSpPr/>
          <p:nvPr/>
        </p:nvSpPr>
        <p:spPr>
          <a:xfrm>
            <a:off x="1559379" y="131229"/>
            <a:ext cx="8907235" cy="481692"/>
          </a:xfrm>
          <a:prstGeom prst="roundRect">
            <a:avLst/>
          </a:prstGeom>
          <a:solidFill>
            <a:srgbClr val="FFFF0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Exploring the AKS cluster – Azure infrastructure side</a:t>
            </a:r>
          </a:p>
        </p:txBody>
      </p:sp>
      <p:sp>
        <p:nvSpPr>
          <p:cNvPr id="7" name="Title 3">
            <a:extLst>
              <a:ext uri="{FF2B5EF4-FFF2-40B4-BE49-F238E27FC236}">
                <a16:creationId xmlns:a16="http://schemas.microsoft.com/office/drawing/2014/main" id="{18CC5988-BCE6-E59A-01BC-91F876145B1A}"/>
              </a:ext>
            </a:extLst>
          </p:cNvPr>
          <p:cNvSpPr txBox="1">
            <a:spLocks/>
          </p:cNvSpPr>
          <p:nvPr/>
        </p:nvSpPr>
        <p:spPr>
          <a:xfrm>
            <a:off x="731837" y="107189"/>
            <a:ext cx="10728322" cy="1068468"/>
          </a:xfrm>
          <a:prstGeom prst="rect">
            <a:avLst/>
          </a:prstGeom>
        </p:spPr>
        <p:txBody>
          <a:bodyPr>
            <a:normAutofit/>
          </a:bodyPr>
          <a:lstStyle>
            <a:lvl1pPr algn="l" defTabSz="914400" rtl="0" eaLnBrk="1" latinLnBrk="0" hangingPunct="1">
              <a:lnSpc>
                <a:spcPct val="88000"/>
              </a:lnSpc>
              <a:spcBef>
                <a:spcPct val="0"/>
              </a:spcBef>
              <a:buNone/>
              <a:defRPr sz="4400" kern="1200" cap="none" spc="40" baseline="0">
                <a:solidFill>
                  <a:schemeClr val="tx1"/>
                </a:solidFill>
                <a:latin typeface="+mj-lt"/>
                <a:ea typeface="+mj-ea"/>
                <a:cs typeface="+mj-cs"/>
              </a:defRPr>
            </a:lvl1pPr>
          </a:lstStyle>
          <a:p>
            <a:pPr algn="ctr"/>
            <a:endParaRPr lang="en-US" sz="2400" dirty="0">
              <a:latin typeface="Bahnschrift" panose="020B0502040204020203" pitchFamily="34" charset="0"/>
            </a:endParaRPr>
          </a:p>
        </p:txBody>
      </p:sp>
      <p:sp>
        <p:nvSpPr>
          <p:cNvPr id="3" name="TextBox 2">
            <a:extLst>
              <a:ext uri="{FF2B5EF4-FFF2-40B4-BE49-F238E27FC236}">
                <a16:creationId xmlns:a16="http://schemas.microsoft.com/office/drawing/2014/main" id="{E5F3CCAC-EC61-4466-F530-8B15BB845FE7}"/>
              </a:ext>
            </a:extLst>
          </p:cNvPr>
          <p:cNvSpPr txBox="1"/>
          <p:nvPr/>
        </p:nvSpPr>
        <p:spPr>
          <a:xfrm>
            <a:off x="335181" y="715714"/>
            <a:ext cx="6404647" cy="9510296"/>
          </a:xfrm>
          <a:prstGeom prst="rect">
            <a:avLst/>
          </a:prstGeom>
          <a:noFill/>
        </p:spPr>
        <p:txBody>
          <a:bodyPr wrap="square" rtlCol="0">
            <a:spAutoFit/>
          </a:bodyPr>
          <a:lstStyle/>
          <a:p>
            <a:pPr marL="285750" indent="-285750">
              <a:buFont typeface="Arial" panose="020B0604020202020204" pitchFamily="34" charset="0"/>
              <a:buChar char="•"/>
            </a:pPr>
            <a:r>
              <a:rPr lang="en-US" b="1" dirty="0"/>
              <a:t>Virtual Machine Scale Set (VMSS) </a:t>
            </a:r>
          </a:p>
          <a:p>
            <a:pPr marL="742950" lvl="1" indent="-285750">
              <a:buFont typeface="Arial" panose="020B0604020202020204" pitchFamily="34" charset="0"/>
              <a:buChar char="•"/>
            </a:pPr>
            <a:r>
              <a:rPr lang="en-US" dirty="0"/>
              <a:t>Group of similar and load balanced VMs that are easily scalable </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An AKS VMSS is like a normal VMSS with a few custom extensions, and is manageable using the AKS node pool</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Each VMSS is controlled by an AKS node pool, which represents a group of nodes of the same configuration</a:t>
            </a:r>
          </a:p>
          <a:p>
            <a:pPr lvl="1"/>
            <a:endParaRPr lang="en-US" dirty="0"/>
          </a:p>
          <a:p>
            <a:pPr marL="742950" lvl="1" indent="-285750">
              <a:buFont typeface="Arial" panose="020B0604020202020204" pitchFamily="34" charset="0"/>
              <a:buChar char="•"/>
            </a:pPr>
            <a:r>
              <a:rPr lang="en-US" dirty="0"/>
              <a:t>AKS nodes run on Azure VMs, which are even VMSS instances or VMs part of Virtual Machine Availability Set (VMAS). VMSS is the most used and preferred in AKS due to their flexibility and easier management</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AKS node names are in base32 and VMSS instances names are in base10</a:t>
            </a:r>
          </a:p>
          <a:p>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13" name="Graphic 12">
            <a:extLst>
              <a:ext uri="{FF2B5EF4-FFF2-40B4-BE49-F238E27FC236}">
                <a16:creationId xmlns:a16="http://schemas.microsoft.com/office/drawing/2014/main" id="{87E8147E-509A-9A0D-5ED7-1794938734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17718" y="113672"/>
            <a:ext cx="956426" cy="956426"/>
          </a:xfrm>
          <a:prstGeom prst="rect">
            <a:avLst/>
          </a:prstGeom>
        </p:spPr>
      </p:pic>
      <p:sp>
        <p:nvSpPr>
          <p:cNvPr id="6" name="Rectangle: Rounded Corners 5">
            <a:extLst>
              <a:ext uri="{FF2B5EF4-FFF2-40B4-BE49-F238E27FC236}">
                <a16:creationId xmlns:a16="http://schemas.microsoft.com/office/drawing/2014/main" id="{AFE11F9C-9A80-949A-31B5-1812624C834A}"/>
              </a:ext>
            </a:extLst>
          </p:cNvPr>
          <p:cNvSpPr/>
          <p:nvPr/>
        </p:nvSpPr>
        <p:spPr>
          <a:xfrm>
            <a:off x="9572627" y="3633481"/>
            <a:ext cx="868341" cy="2558000"/>
          </a:xfrm>
          <a:prstGeom prst="roundRect">
            <a:avLst/>
          </a:prstGeom>
          <a:solidFill>
            <a:schemeClr val="tx2">
              <a:alpha val="7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D09642FD-9B6E-572D-2DF0-4EE25449F90E}"/>
              </a:ext>
            </a:extLst>
          </p:cNvPr>
          <p:cNvSpPr/>
          <p:nvPr/>
        </p:nvSpPr>
        <p:spPr>
          <a:xfrm>
            <a:off x="8644674" y="3633481"/>
            <a:ext cx="868341" cy="2558000"/>
          </a:xfrm>
          <a:prstGeom prst="roundRect">
            <a:avLst/>
          </a:prstGeom>
          <a:solidFill>
            <a:schemeClr val="tx2">
              <a:alpha val="7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23" name="Rectangle: Rounded Corners 22">
            <a:extLst>
              <a:ext uri="{FF2B5EF4-FFF2-40B4-BE49-F238E27FC236}">
                <a16:creationId xmlns:a16="http://schemas.microsoft.com/office/drawing/2014/main" id="{FC45C662-F0CC-57CE-B1B8-8497332437B5}"/>
              </a:ext>
            </a:extLst>
          </p:cNvPr>
          <p:cNvSpPr/>
          <p:nvPr/>
        </p:nvSpPr>
        <p:spPr>
          <a:xfrm>
            <a:off x="7723363" y="3633481"/>
            <a:ext cx="868341" cy="2558000"/>
          </a:xfrm>
          <a:prstGeom prst="roundRect">
            <a:avLst/>
          </a:prstGeom>
          <a:solidFill>
            <a:schemeClr val="tx2">
              <a:alpha val="7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51" name="Rectangle: Rounded Corners 50">
            <a:extLst>
              <a:ext uri="{FF2B5EF4-FFF2-40B4-BE49-F238E27FC236}">
                <a16:creationId xmlns:a16="http://schemas.microsoft.com/office/drawing/2014/main" id="{A996AC90-50BF-F219-D732-E6DB74B623E5}"/>
              </a:ext>
            </a:extLst>
          </p:cNvPr>
          <p:cNvSpPr/>
          <p:nvPr/>
        </p:nvSpPr>
        <p:spPr>
          <a:xfrm>
            <a:off x="7045693" y="1352794"/>
            <a:ext cx="4032985" cy="5373977"/>
          </a:xfrm>
          <a:prstGeom prst="roundRect">
            <a:avLst/>
          </a:prstGeom>
          <a:solidFill>
            <a:schemeClr val="tx2">
              <a:alpha val="4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1C54A3E0-0E49-FC74-B697-A49FA46F4197}"/>
              </a:ext>
            </a:extLst>
          </p:cNvPr>
          <p:cNvSpPr/>
          <p:nvPr/>
        </p:nvSpPr>
        <p:spPr>
          <a:xfrm>
            <a:off x="7190072" y="2435192"/>
            <a:ext cx="3696102" cy="4132349"/>
          </a:xfrm>
          <a:prstGeom prst="roundRect">
            <a:avLst/>
          </a:prstGeom>
          <a:solidFill>
            <a:schemeClr val="tx2">
              <a:alpha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Rounded Corners 23">
            <a:extLst>
              <a:ext uri="{FF2B5EF4-FFF2-40B4-BE49-F238E27FC236}">
                <a16:creationId xmlns:a16="http://schemas.microsoft.com/office/drawing/2014/main" id="{65600A36-E98B-6974-6AF9-60B1985EA5CF}"/>
              </a:ext>
            </a:extLst>
          </p:cNvPr>
          <p:cNvSpPr/>
          <p:nvPr/>
        </p:nvSpPr>
        <p:spPr>
          <a:xfrm>
            <a:off x="7478830" y="3580599"/>
            <a:ext cx="3272590" cy="2800950"/>
          </a:xfrm>
          <a:prstGeom prst="roundRect">
            <a:avLst/>
          </a:prstGeom>
          <a:solidFill>
            <a:schemeClr val="tx2">
              <a:alpha val="6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EBF7B301-ED5B-C2CC-F43E-7DD908EF2C68}"/>
              </a:ext>
            </a:extLst>
          </p:cNvPr>
          <p:cNvGrpSpPr/>
          <p:nvPr/>
        </p:nvGrpSpPr>
        <p:grpSpPr>
          <a:xfrm>
            <a:off x="8654536" y="3842457"/>
            <a:ext cx="937190" cy="1051333"/>
            <a:chOff x="7511523" y="3025566"/>
            <a:chExt cx="1065590" cy="1427787"/>
          </a:xfrm>
        </p:grpSpPr>
        <p:pic>
          <p:nvPicPr>
            <p:cNvPr id="54" name="Graphic 53">
              <a:extLst>
                <a:ext uri="{FF2B5EF4-FFF2-40B4-BE49-F238E27FC236}">
                  <a16:creationId xmlns:a16="http://schemas.microsoft.com/office/drawing/2014/main" id="{9CB10D17-1D98-1246-B370-1E4482CC58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52085" y="3025566"/>
              <a:ext cx="731520" cy="731520"/>
            </a:xfrm>
            <a:prstGeom prst="rect">
              <a:avLst/>
            </a:prstGeom>
          </p:spPr>
        </p:pic>
        <p:sp>
          <p:nvSpPr>
            <p:cNvPr id="61" name="TextBox 60">
              <a:extLst>
                <a:ext uri="{FF2B5EF4-FFF2-40B4-BE49-F238E27FC236}">
                  <a16:creationId xmlns:a16="http://schemas.microsoft.com/office/drawing/2014/main" id="{4CF1AFEA-5038-0DA0-BB53-DB0558197406}"/>
                </a:ext>
              </a:extLst>
            </p:cNvPr>
            <p:cNvSpPr txBox="1"/>
            <p:nvPr/>
          </p:nvSpPr>
          <p:spPr>
            <a:xfrm>
              <a:off x="7511523" y="3742782"/>
              <a:ext cx="1065590" cy="710571"/>
            </a:xfrm>
            <a:prstGeom prst="rect">
              <a:avLst/>
            </a:prstGeom>
            <a:noFill/>
          </p:spPr>
          <p:txBody>
            <a:bodyPr wrap="square" rtlCol="0">
              <a:spAutoFit/>
            </a:bodyPr>
            <a:lstStyle/>
            <a:p>
              <a:pPr algn="ct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VMSS Instance 1</a:t>
              </a:r>
            </a:p>
          </p:txBody>
        </p:sp>
      </p:grpSp>
      <p:grpSp>
        <p:nvGrpSpPr>
          <p:cNvPr id="63" name="Group 62">
            <a:extLst>
              <a:ext uri="{FF2B5EF4-FFF2-40B4-BE49-F238E27FC236}">
                <a16:creationId xmlns:a16="http://schemas.microsoft.com/office/drawing/2014/main" id="{7A28BC71-219E-CB4A-2CF2-6755315B9751}"/>
              </a:ext>
            </a:extLst>
          </p:cNvPr>
          <p:cNvGrpSpPr/>
          <p:nvPr/>
        </p:nvGrpSpPr>
        <p:grpSpPr>
          <a:xfrm>
            <a:off x="7679088" y="3828006"/>
            <a:ext cx="938080" cy="1052806"/>
            <a:chOff x="7511523" y="3023566"/>
            <a:chExt cx="1066602" cy="1429787"/>
          </a:xfrm>
        </p:grpSpPr>
        <p:pic>
          <p:nvPicPr>
            <p:cNvPr id="64" name="Graphic 63">
              <a:extLst>
                <a:ext uri="{FF2B5EF4-FFF2-40B4-BE49-F238E27FC236}">
                  <a16:creationId xmlns:a16="http://schemas.microsoft.com/office/drawing/2014/main" id="{A9A64570-45C2-8903-FD30-B0E9A70A5B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98418" y="3023566"/>
              <a:ext cx="731520" cy="731521"/>
            </a:xfrm>
            <a:prstGeom prst="rect">
              <a:avLst/>
            </a:prstGeom>
          </p:spPr>
        </p:pic>
        <p:sp>
          <p:nvSpPr>
            <p:cNvPr id="65" name="TextBox 64">
              <a:extLst>
                <a:ext uri="{FF2B5EF4-FFF2-40B4-BE49-F238E27FC236}">
                  <a16:creationId xmlns:a16="http://schemas.microsoft.com/office/drawing/2014/main" id="{FCB35475-BA14-864E-C183-6C28278A7344}"/>
                </a:ext>
              </a:extLst>
            </p:cNvPr>
            <p:cNvSpPr txBox="1"/>
            <p:nvPr/>
          </p:nvSpPr>
          <p:spPr>
            <a:xfrm>
              <a:off x="7511523" y="3742782"/>
              <a:ext cx="1066602" cy="710571"/>
            </a:xfrm>
            <a:prstGeom prst="rect">
              <a:avLst/>
            </a:prstGeom>
            <a:noFill/>
          </p:spPr>
          <p:txBody>
            <a:bodyPr wrap="square" rtlCol="0">
              <a:spAutoFit/>
            </a:bodyPr>
            <a:lstStyle/>
            <a:p>
              <a:pPr algn="ct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VMSS Instance 0</a:t>
              </a:r>
            </a:p>
          </p:txBody>
        </p:sp>
      </p:grpSp>
      <p:grpSp>
        <p:nvGrpSpPr>
          <p:cNvPr id="66" name="Group 65">
            <a:extLst>
              <a:ext uri="{FF2B5EF4-FFF2-40B4-BE49-F238E27FC236}">
                <a16:creationId xmlns:a16="http://schemas.microsoft.com/office/drawing/2014/main" id="{2CF767D9-81FB-828C-7FEE-421F471F7DD9}"/>
              </a:ext>
            </a:extLst>
          </p:cNvPr>
          <p:cNvGrpSpPr/>
          <p:nvPr/>
        </p:nvGrpSpPr>
        <p:grpSpPr>
          <a:xfrm>
            <a:off x="9546558" y="3856005"/>
            <a:ext cx="957425" cy="1051333"/>
            <a:chOff x="7511522" y="3025566"/>
            <a:chExt cx="1088597" cy="1427787"/>
          </a:xfrm>
        </p:grpSpPr>
        <p:pic>
          <p:nvPicPr>
            <p:cNvPr id="67" name="Graphic 66">
              <a:extLst>
                <a:ext uri="{FF2B5EF4-FFF2-40B4-BE49-F238E27FC236}">
                  <a16:creationId xmlns:a16="http://schemas.microsoft.com/office/drawing/2014/main" id="{BC0AAAC1-081A-A01A-8F65-48709EF916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52085" y="3025566"/>
              <a:ext cx="731520" cy="731520"/>
            </a:xfrm>
            <a:prstGeom prst="rect">
              <a:avLst/>
            </a:prstGeom>
          </p:spPr>
        </p:pic>
        <p:sp>
          <p:nvSpPr>
            <p:cNvPr id="68" name="TextBox 67">
              <a:extLst>
                <a:ext uri="{FF2B5EF4-FFF2-40B4-BE49-F238E27FC236}">
                  <a16:creationId xmlns:a16="http://schemas.microsoft.com/office/drawing/2014/main" id="{095D819F-8596-3918-020D-598AACFCF03F}"/>
                </a:ext>
              </a:extLst>
            </p:cNvPr>
            <p:cNvSpPr txBox="1"/>
            <p:nvPr/>
          </p:nvSpPr>
          <p:spPr>
            <a:xfrm>
              <a:off x="7511522" y="3742782"/>
              <a:ext cx="1088597" cy="710571"/>
            </a:xfrm>
            <a:prstGeom prst="rect">
              <a:avLst/>
            </a:prstGeom>
            <a:noFill/>
          </p:spPr>
          <p:txBody>
            <a:bodyPr wrap="square" rtlCol="0">
              <a:spAutoFit/>
            </a:bodyPr>
            <a:lstStyle/>
            <a:p>
              <a:pPr algn="ct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VMSS Instance 2</a:t>
              </a:r>
            </a:p>
          </p:txBody>
        </p:sp>
      </p:grpSp>
      <p:grpSp>
        <p:nvGrpSpPr>
          <p:cNvPr id="75" name="Group 74">
            <a:extLst>
              <a:ext uri="{FF2B5EF4-FFF2-40B4-BE49-F238E27FC236}">
                <a16:creationId xmlns:a16="http://schemas.microsoft.com/office/drawing/2014/main" id="{BCB04961-3C97-9DD2-A8CB-23A0A3DD7189}"/>
              </a:ext>
            </a:extLst>
          </p:cNvPr>
          <p:cNvGrpSpPr/>
          <p:nvPr/>
        </p:nvGrpSpPr>
        <p:grpSpPr>
          <a:xfrm>
            <a:off x="7561189" y="2585271"/>
            <a:ext cx="890624" cy="1039297"/>
            <a:chOff x="7561189" y="2585271"/>
            <a:chExt cx="890624" cy="1039297"/>
          </a:xfrm>
        </p:grpSpPr>
        <p:pic>
          <p:nvPicPr>
            <p:cNvPr id="52" name="Graphic 51">
              <a:extLst>
                <a:ext uri="{FF2B5EF4-FFF2-40B4-BE49-F238E27FC236}">
                  <a16:creationId xmlns:a16="http://schemas.microsoft.com/office/drawing/2014/main" id="{7224FC0C-CD7B-B779-E250-A9594A3018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4604" y="2585271"/>
              <a:ext cx="731520" cy="731520"/>
            </a:xfrm>
            <a:prstGeom prst="rect">
              <a:avLst/>
            </a:prstGeom>
          </p:spPr>
        </p:pic>
        <p:sp>
          <p:nvSpPr>
            <p:cNvPr id="69" name="TextBox 68">
              <a:extLst>
                <a:ext uri="{FF2B5EF4-FFF2-40B4-BE49-F238E27FC236}">
                  <a16:creationId xmlns:a16="http://schemas.microsoft.com/office/drawing/2014/main" id="{518B8C4E-BC52-83FD-C977-3533990A6B88}"/>
                </a:ext>
              </a:extLst>
            </p:cNvPr>
            <p:cNvSpPr txBox="1"/>
            <p:nvPr/>
          </p:nvSpPr>
          <p:spPr>
            <a:xfrm>
              <a:off x="7561189" y="3316791"/>
              <a:ext cx="890624" cy="307777"/>
            </a:xfrm>
            <a:prstGeom prst="rect">
              <a:avLst/>
            </a:prstGeom>
            <a:noFill/>
          </p:spPr>
          <p:txBody>
            <a:bodyPr wrap="square" rtlCol="0">
              <a:spAutoFit/>
            </a:bodyPr>
            <a:lstStyle/>
            <a:p>
              <a:pPr algn="ct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VMSS</a:t>
              </a:r>
            </a:p>
          </p:txBody>
        </p:sp>
      </p:grpSp>
      <p:grpSp>
        <p:nvGrpSpPr>
          <p:cNvPr id="76" name="Group 75">
            <a:extLst>
              <a:ext uri="{FF2B5EF4-FFF2-40B4-BE49-F238E27FC236}">
                <a16:creationId xmlns:a16="http://schemas.microsoft.com/office/drawing/2014/main" id="{35F8533A-326A-48A6-727E-606160F93478}"/>
              </a:ext>
            </a:extLst>
          </p:cNvPr>
          <p:cNvGrpSpPr/>
          <p:nvPr/>
        </p:nvGrpSpPr>
        <p:grpSpPr>
          <a:xfrm>
            <a:off x="7628189" y="5132470"/>
            <a:ext cx="1051615" cy="972061"/>
            <a:chOff x="7628189" y="5132470"/>
            <a:chExt cx="1051615" cy="972061"/>
          </a:xfrm>
        </p:grpSpPr>
        <p:pic>
          <p:nvPicPr>
            <p:cNvPr id="58" name="Picture 57" descr="A picture containing text, sign, stop, outdoor&#10;&#10;Description automatically generated">
              <a:extLst>
                <a:ext uri="{FF2B5EF4-FFF2-40B4-BE49-F238E27FC236}">
                  <a16:creationId xmlns:a16="http://schemas.microsoft.com/office/drawing/2014/main" id="{F1801216-4F75-F7F1-6303-443A68AEA1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87592" y="5132470"/>
              <a:ext cx="755117" cy="731520"/>
            </a:xfrm>
            <a:prstGeom prst="rect">
              <a:avLst/>
            </a:prstGeom>
          </p:spPr>
        </p:pic>
        <p:sp>
          <p:nvSpPr>
            <p:cNvPr id="70" name="TextBox 69">
              <a:extLst>
                <a:ext uri="{FF2B5EF4-FFF2-40B4-BE49-F238E27FC236}">
                  <a16:creationId xmlns:a16="http://schemas.microsoft.com/office/drawing/2014/main" id="{84564E95-9A4D-75E7-BC93-D3B203A29568}"/>
                </a:ext>
              </a:extLst>
            </p:cNvPr>
            <p:cNvSpPr txBox="1"/>
            <p:nvPr/>
          </p:nvSpPr>
          <p:spPr>
            <a:xfrm>
              <a:off x="7628189" y="5796754"/>
              <a:ext cx="1051615" cy="307777"/>
            </a:xfrm>
            <a:prstGeom prst="rect">
              <a:avLst/>
            </a:prstGeom>
            <a:noFill/>
          </p:spPr>
          <p:txBody>
            <a:bodyPr wrap="square" rtlCol="0">
              <a:spAutoFit/>
            </a:bodyPr>
            <a:lstStyle/>
            <a:p>
              <a:pPr algn="ct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AKS node 0</a:t>
              </a:r>
            </a:p>
          </p:txBody>
        </p:sp>
      </p:grpSp>
      <p:grpSp>
        <p:nvGrpSpPr>
          <p:cNvPr id="77" name="Group 76">
            <a:extLst>
              <a:ext uri="{FF2B5EF4-FFF2-40B4-BE49-F238E27FC236}">
                <a16:creationId xmlns:a16="http://schemas.microsoft.com/office/drawing/2014/main" id="{BE9DD508-45A9-968A-2528-FCFE6D36D9A8}"/>
              </a:ext>
            </a:extLst>
          </p:cNvPr>
          <p:cNvGrpSpPr/>
          <p:nvPr/>
        </p:nvGrpSpPr>
        <p:grpSpPr>
          <a:xfrm>
            <a:off x="8542709" y="5132470"/>
            <a:ext cx="1051615" cy="981085"/>
            <a:chOff x="8542709" y="5132470"/>
            <a:chExt cx="1051615" cy="981085"/>
          </a:xfrm>
        </p:grpSpPr>
        <p:pic>
          <p:nvPicPr>
            <p:cNvPr id="59" name="Picture 58" descr="A picture containing text, sign, stop, outdoor&#10;&#10;Description automatically generated">
              <a:extLst>
                <a:ext uri="{FF2B5EF4-FFF2-40B4-BE49-F238E27FC236}">
                  <a16:creationId xmlns:a16="http://schemas.microsoft.com/office/drawing/2014/main" id="{3AB8786D-3365-BF94-6142-27295EE630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78217" y="5132470"/>
              <a:ext cx="755117" cy="731520"/>
            </a:xfrm>
            <a:prstGeom prst="rect">
              <a:avLst/>
            </a:prstGeom>
          </p:spPr>
        </p:pic>
        <p:sp>
          <p:nvSpPr>
            <p:cNvPr id="71" name="TextBox 70">
              <a:extLst>
                <a:ext uri="{FF2B5EF4-FFF2-40B4-BE49-F238E27FC236}">
                  <a16:creationId xmlns:a16="http://schemas.microsoft.com/office/drawing/2014/main" id="{25EB800C-D07E-D88F-6178-C69A1769C8F3}"/>
                </a:ext>
              </a:extLst>
            </p:cNvPr>
            <p:cNvSpPr txBox="1"/>
            <p:nvPr/>
          </p:nvSpPr>
          <p:spPr>
            <a:xfrm>
              <a:off x="8542709" y="5805778"/>
              <a:ext cx="1051615" cy="307777"/>
            </a:xfrm>
            <a:prstGeom prst="rect">
              <a:avLst/>
            </a:prstGeom>
            <a:noFill/>
          </p:spPr>
          <p:txBody>
            <a:bodyPr wrap="square" rtlCol="0">
              <a:spAutoFit/>
            </a:bodyPr>
            <a:lstStyle/>
            <a:p>
              <a:pPr algn="ct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AKS node 1</a:t>
              </a:r>
            </a:p>
          </p:txBody>
        </p:sp>
      </p:grpSp>
      <p:grpSp>
        <p:nvGrpSpPr>
          <p:cNvPr id="78" name="Group 77">
            <a:extLst>
              <a:ext uri="{FF2B5EF4-FFF2-40B4-BE49-F238E27FC236}">
                <a16:creationId xmlns:a16="http://schemas.microsoft.com/office/drawing/2014/main" id="{4397A998-3D69-24B5-2851-435C71A86DF0}"/>
              </a:ext>
            </a:extLst>
          </p:cNvPr>
          <p:cNvGrpSpPr/>
          <p:nvPr/>
        </p:nvGrpSpPr>
        <p:grpSpPr>
          <a:xfrm>
            <a:off x="9466063" y="5132470"/>
            <a:ext cx="1051615" cy="972061"/>
            <a:chOff x="9466063" y="5132470"/>
            <a:chExt cx="1051615" cy="972061"/>
          </a:xfrm>
        </p:grpSpPr>
        <p:pic>
          <p:nvPicPr>
            <p:cNvPr id="60" name="Picture 59" descr="A picture containing text, sign, stop, outdoor&#10;&#10;Description automatically generated">
              <a:extLst>
                <a:ext uri="{FF2B5EF4-FFF2-40B4-BE49-F238E27FC236}">
                  <a16:creationId xmlns:a16="http://schemas.microsoft.com/office/drawing/2014/main" id="{7717EB0A-03B2-033F-1DC2-45B484590F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91727" y="5132470"/>
              <a:ext cx="755117" cy="731520"/>
            </a:xfrm>
            <a:prstGeom prst="rect">
              <a:avLst/>
            </a:prstGeom>
          </p:spPr>
        </p:pic>
        <p:sp>
          <p:nvSpPr>
            <p:cNvPr id="72" name="TextBox 71">
              <a:extLst>
                <a:ext uri="{FF2B5EF4-FFF2-40B4-BE49-F238E27FC236}">
                  <a16:creationId xmlns:a16="http://schemas.microsoft.com/office/drawing/2014/main" id="{A202CB37-7973-2505-9DE2-AB4FE8C88A02}"/>
                </a:ext>
              </a:extLst>
            </p:cNvPr>
            <p:cNvSpPr txBox="1"/>
            <p:nvPr/>
          </p:nvSpPr>
          <p:spPr>
            <a:xfrm>
              <a:off x="9466063" y="5796754"/>
              <a:ext cx="1051615" cy="307777"/>
            </a:xfrm>
            <a:prstGeom prst="rect">
              <a:avLst/>
            </a:prstGeom>
            <a:noFill/>
          </p:spPr>
          <p:txBody>
            <a:bodyPr wrap="square" rtlCol="0">
              <a:spAutoFit/>
            </a:bodyPr>
            <a:lstStyle/>
            <a:p>
              <a:pPr algn="ct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AKS node 2</a:t>
              </a:r>
            </a:p>
          </p:txBody>
        </p:sp>
      </p:grpSp>
      <p:grpSp>
        <p:nvGrpSpPr>
          <p:cNvPr id="81" name="Group 80">
            <a:extLst>
              <a:ext uri="{FF2B5EF4-FFF2-40B4-BE49-F238E27FC236}">
                <a16:creationId xmlns:a16="http://schemas.microsoft.com/office/drawing/2014/main" id="{56A39B1C-77F5-7E2B-F164-ADC7C191F035}"/>
              </a:ext>
            </a:extLst>
          </p:cNvPr>
          <p:cNvGrpSpPr/>
          <p:nvPr/>
        </p:nvGrpSpPr>
        <p:grpSpPr>
          <a:xfrm>
            <a:off x="7274981" y="1417031"/>
            <a:ext cx="1528663" cy="1009248"/>
            <a:chOff x="7274981" y="1417031"/>
            <a:chExt cx="1528663" cy="1009248"/>
          </a:xfrm>
        </p:grpSpPr>
        <p:pic>
          <p:nvPicPr>
            <p:cNvPr id="56" name="Picture 55" descr="A picture containing text, sign, stop, outdoor&#10;&#10;Description automatically generated">
              <a:extLst>
                <a:ext uri="{FF2B5EF4-FFF2-40B4-BE49-F238E27FC236}">
                  <a16:creationId xmlns:a16="http://schemas.microsoft.com/office/drawing/2014/main" id="{B09E13A1-4CCE-4BF0-E642-69B2D97F9C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48527" y="1417031"/>
              <a:ext cx="755117" cy="731520"/>
            </a:xfrm>
            <a:prstGeom prst="rect">
              <a:avLst/>
            </a:prstGeom>
          </p:spPr>
        </p:pic>
        <p:sp>
          <p:nvSpPr>
            <p:cNvPr id="73" name="TextBox 72">
              <a:extLst>
                <a:ext uri="{FF2B5EF4-FFF2-40B4-BE49-F238E27FC236}">
                  <a16:creationId xmlns:a16="http://schemas.microsoft.com/office/drawing/2014/main" id="{0F782AFD-FD94-CBBB-32DE-11E085290E6A}"/>
                </a:ext>
              </a:extLst>
            </p:cNvPr>
            <p:cNvSpPr txBox="1"/>
            <p:nvPr/>
          </p:nvSpPr>
          <p:spPr>
            <a:xfrm>
              <a:off x="7394472" y="2118502"/>
              <a:ext cx="1283745" cy="307777"/>
            </a:xfrm>
            <a:prstGeom prst="rect">
              <a:avLst/>
            </a:prstGeom>
            <a:noFill/>
          </p:spPr>
          <p:txBody>
            <a:bodyPr wrap="square" rtlCol="0">
              <a:spAutoFit/>
            </a:bodyPr>
            <a:lstStyle/>
            <a:p>
              <a:pPr algn="ct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AKS node pool</a:t>
              </a:r>
            </a:p>
          </p:txBody>
        </p:sp>
        <p:pic>
          <p:nvPicPr>
            <p:cNvPr id="80" name="Graphic 79">
              <a:extLst>
                <a:ext uri="{FF2B5EF4-FFF2-40B4-BE49-F238E27FC236}">
                  <a16:creationId xmlns:a16="http://schemas.microsoft.com/office/drawing/2014/main" id="{785D78AE-433A-0305-24A1-07BD0A6F293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74981" y="1417031"/>
              <a:ext cx="731520" cy="731520"/>
            </a:xfrm>
            <a:prstGeom prst="rect">
              <a:avLst/>
            </a:prstGeom>
          </p:spPr>
        </p:pic>
      </p:grpSp>
      <p:sp>
        <p:nvSpPr>
          <p:cNvPr id="2" name="Equals 1">
            <a:extLst>
              <a:ext uri="{FF2B5EF4-FFF2-40B4-BE49-F238E27FC236}">
                <a16:creationId xmlns:a16="http://schemas.microsoft.com/office/drawing/2014/main" id="{CCD9DEA1-983E-50B3-53B5-07B2CEDAEA94}"/>
              </a:ext>
            </a:extLst>
          </p:cNvPr>
          <p:cNvSpPr/>
          <p:nvPr/>
        </p:nvSpPr>
        <p:spPr>
          <a:xfrm>
            <a:off x="8059471" y="4891064"/>
            <a:ext cx="231263" cy="192338"/>
          </a:xfrm>
          <a:prstGeom prst="mathEqual">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8" name="Equals 7">
            <a:extLst>
              <a:ext uri="{FF2B5EF4-FFF2-40B4-BE49-F238E27FC236}">
                <a16:creationId xmlns:a16="http://schemas.microsoft.com/office/drawing/2014/main" id="{7E101C55-7584-BF33-DFFF-A279EEB3E007}"/>
              </a:ext>
            </a:extLst>
          </p:cNvPr>
          <p:cNvSpPr/>
          <p:nvPr/>
        </p:nvSpPr>
        <p:spPr>
          <a:xfrm>
            <a:off x="8946553" y="4890617"/>
            <a:ext cx="231263" cy="192338"/>
          </a:xfrm>
          <a:prstGeom prst="mathEqual">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9" name="Equals 8">
            <a:extLst>
              <a:ext uri="{FF2B5EF4-FFF2-40B4-BE49-F238E27FC236}">
                <a16:creationId xmlns:a16="http://schemas.microsoft.com/office/drawing/2014/main" id="{B5A8B981-6D7C-5694-E465-D35C9B1C7076}"/>
              </a:ext>
            </a:extLst>
          </p:cNvPr>
          <p:cNvSpPr/>
          <p:nvPr/>
        </p:nvSpPr>
        <p:spPr>
          <a:xfrm>
            <a:off x="9853653" y="4888534"/>
            <a:ext cx="231263" cy="192338"/>
          </a:xfrm>
          <a:prstGeom prst="mathEqual">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8940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1"/>
                                        </p:tgtEl>
                                        <p:attrNameLst>
                                          <p:attrName>style.visibility</p:attrName>
                                        </p:attrNameLst>
                                      </p:cBhvr>
                                      <p:to>
                                        <p:strVal val="visible"/>
                                      </p:to>
                                    </p:set>
                                    <p:animEffect transition="in" filter="fade">
                                      <p:cBhvr>
                                        <p:cTn id="37" dur="500"/>
                                        <p:tgtEl>
                                          <p:spTgt spid="8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fade">
                                      <p:cBhvr>
                                        <p:cTn id="42" dur="500"/>
                                        <p:tgtEl>
                                          <p:spTgt spid="7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fade">
                                      <p:cBhvr>
                                        <p:cTn id="47" dur="500"/>
                                        <p:tgtEl>
                                          <p:spTgt spid="63"/>
                                        </p:tgtEl>
                                      </p:cBhvr>
                                    </p:animEffect>
                                  </p:childTnLst>
                                </p:cTn>
                              </p:par>
                              <p:par>
                                <p:cTn id="48" presetID="10" presetClass="entr" presetSubtype="0" fill="hold" nodeType="withEffect">
                                  <p:stCondLst>
                                    <p:cond delay="0"/>
                                  </p:stCondLst>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10" presetClass="entr" presetSubtype="0" fill="hold" nodeType="withEffect">
                                  <p:stCondLst>
                                    <p:cond delay="0"/>
                                  </p:stCondLst>
                                  <p:childTnLst>
                                    <p:set>
                                      <p:cBhvr>
                                        <p:cTn id="52" dur="1" fill="hold">
                                          <p:stCondLst>
                                            <p:cond delay="0"/>
                                          </p:stCondLst>
                                        </p:cTn>
                                        <p:tgtEl>
                                          <p:spTgt spid="62"/>
                                        </p:tgtEl>
                                        <p:attrNameLst>
                                          <p:attrName>style.visibility</p:attrName>
                                        </p:attrNameLst>
                                      </p:cBhvr>
                                      <p:to>
                                        <p:strVal val="visible"/>
                                      </p:to>
                                    </p:set>
                                    <p:animEffect transition="in" filter="fade">
                                      <p:cBhvr>
                                        <p:cTn id="53" dur="500"/>
                                        <p:tgtEl>
                                          <p:spTgt spid="6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76"/>
                                        </p:tgtEl>
                                        <p:attrNameLst>
                                          <p:attrName>style.visibility</p:attrName>
                                        </p:attrNameLst>
                                      </p:cBhvr>
                                      <p:to>
                                        <p:strVal val="visible"/>
                                      </p:to>
                                    </p:set>
                                    <p:animEffect transition="in" filter="fade">
                                      <p:cBhvr>
                                        <p:cTn id="58" dur="500"/>
                                        <p:tgtEl>
                                          <p:spTgt spid="7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fade">
                                      <p:cBhvr>
                                        <p:cTn id="61" dur="500"/>
                                        <p:tgtEl>
                                          <p:spTgt spid="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fade">
                                      <p:cBhvr>
                                        <p:cTn id="64" dur="500"/>
                                        <p:tgtEl>
                                          <p:spTgt spid="8"/>
                                        </p:tgtEl>
                                      </p:cBhvr>
                                    </p:animEffect>
                                  </p:childTnLst>
                                </p:cTn>
                              </p:par>
                              <p:par>
                                <p:cTn id="65" presetID="10" presetClass="entr" presetSubtype="0" fill="hold" nodeType="with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fade">
                                      <p:cBhvr>
                                        <p:cTn id="67" dur="500"/>
                                        <p:tgtEl>
                                          <p:spTgt spid="77"/>
                                        </p:tgtEl>
                                      </p:cBhvr>
                                    </p:animEffect>
                                  </p:childTnLst>
                                </p:cTn>
                              </p:par>
                              <p:par>
                                <p:cTn id="68" presetID="10" presetClass="entr" presetSubtype="0" fill="hold" nodeType="with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fade">
                                      <p:cBhvr>
                                        <p:cTn id="70" dur="500"/>
                                        <p:tgtEl>
                                          <p:spTgt spid="7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theme/theme1.xml><?xml version="1.0" encoding="utf-8"?>
<a:theme xmlns:a="http://schemas.openxmlformats.org/drawingml/2006/main" name="BlobVTI">
  <a:themeElements>
    <a:clrScheme name="Blob V2">
      <a:dk1>
        <a:sysClr val="windowText" lastClr="000000"/>
      </a:dk1>
      <a:lt1>
        <a:sysClr val="window" lastClr="FFFFFF"/>
      </a:lt1>
      <a:dk2>
        <a:srgbClr val="0B2827"/>
      </a:dk2>
      <a:lt2>
        <a:srgbClr val="DAE3E3"/>
      </a:lt2>
      <a:accent1>
        <a:srgbClr val="B495C2"/>
      </a:accent1>
      <a:accent2>
        <a:srgbClr val="767E37"/>
      </a:accent2>
      <a:accent3>
        <a:srgbClr val="8FA3A3"/>
      </a:accent3>
      <a:accent4>
        <a:srgbClr val="CE7F01"/>
      </a:accent4>
      <a:accent5>
        <a:srgbClr val="D15A29"/>
      </a:accent5>
      <a:accent6>
        <a:srgbClr val="B88470"/>
      </a:accent6>
      <a:hlink>
        <a:srgbClr val="B57001"/>
      </a:hlink>
      <a:folHlink>
        <a:srgbClr val="996209"/>
      </a:folHlink>
    </a:clrScheme>
    <a:fontScheme name="Blob">
      <a:majorFont>
        <a:latin typeface="The Hand Extrablack"/>
        <a:ea typeface=""/>
        <a:cs typeface=""/>
      </a:majorFont>
      <a:minorFont>
        <a:latin typeface="Sagona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lobVTI" id="{06D3AACF-B619-4265-899F-5E2FB3A445D5}" vid="{F5918863-BA1A-4735-81A8-3E7BFBDA8478}"/>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3919</TotalTime>
  <Words>143</Words>
  <Application>Microsoft Office PowerPoint</Application>
  <PresentationFormat>Widescreen</PresentationFormat>
  <Paragraphs>31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Bahnschrift</vt:lpstr>
      <vt:lpstr>Calibri</vt:lpstr>
      <vt:lpstr>Sagona Book</vt:lpstr>
      <vt:lpstr>The Hand Extrablack</vt:lpstr>
      <vt:lpstr>BlobVTI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Manually scale pod replicas and node count</dc:title>
  <dc:creator>Andrei Barbu (AKS)</dc:creator>
  <cp:lastModifiedBy>Andrei Barbu</cp:lastModifiedBy>
  <cp:revision>5</cp:revision>
  <dcterms:created xsi:type="dcterms:W3CDTF">2023-01-17T21:07:16Z</dcterms:created>
  <dcterms:modified xsi:type="dcterms:W3CDTF">2025-06-02T13:01:09Z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etDate">
    <vt:lpwstr>2023-02-02T19:16:49Z</vt:lpwstr>
  </property>
  <property fmtid="{D5CDD505-2E9C-101B-9397-08002B2CF9AE}" pid="4" name="MSIP_Label_f42aa342-8706-4288-bd11-ebb85995028c_Method">
    <vt:lpwstr>Standard</vt:lpwstr>
  </property>
  <property fmtid="{D5CDD505-2E9C-101B-9397-08002B2CF9AE}" pid="5" name="MSIP_Label_f42aa342-8706-4288-bd11-ebb85995028c_Name">
    <vt:lpwstr>Internal</vt:lpwstr>
  </property>
  <property fmtid="{D5CDD505-2E9C-101B-9397-08002B2CF9AE}" pid="6" name="MSIP_Label_f42aa342-8706-4288-bd11-ebb85995028c_SiteId">
    <vt:lpwstr>72f988bf-86f1-41af-91ab-2d7cd011db47</vt:lpwstr>
  </property>
  <property fmtid="{D5CDD505-2E9C-101B-9397-08002B2CF9AE}" pid="7" name="MSIP_Label_f42aa342-8706-4288-bd11-ebb85995028c_ActionId">
    <vt:lpwstr>c7c9c4bb-4df6-416e-8fcd-54d408606425</vt:lpwstr>
  </property>
  <property fmtid="{D5CDD505-2E9C-101B-9397-08002B2CF9AE}" pid="8" name="MSIP_Label_f42aa342-8706-4288-bd11-ebb85995028c_ContentBits">
    <vt:lpwstr>0</vt:lpwstr>
  </property>
</Properties>
</file>